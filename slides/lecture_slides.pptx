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229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4" Type="http://schemas.openxmlformats.org/officeDocument/2006/relationships/slideLayout" Target="../slideLayouts/slideLayout7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574530" cy="685800"/>
            <a:chOff x="1008" y="5980"/>
            <a:chExt cx="15078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50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685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wins—and the math tells you why.</a:t>
              </a:r>
              <a:endParaRPr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4998"/>
            <a:ext cx="1024128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A—Search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33438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B—Verify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25564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Many people pick Plan B—a model checking itself sounds smarter than a crowd of blind guesses.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 on weak verifiers says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“think a little deeper” (thought chain). But no one has ever asked how to allocate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“step-checker”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helps—but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parallel scaling beats sequential scaling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validator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recently—and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 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26535"/>
            <a:ext cx="457200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budget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results of different combinations vary depending on the situation.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8383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One thing to note: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If the correct answer has never been generated—due to model performance or other reasons—it cannot be found no matter how many times you run the validation.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generated—with too few candidates the right answer may never be in 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guarantee—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sample—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5985" y="3934460"/>
            <a:ext cx="4480560" cy="971550"/>
            <a:chOff x="1512" y="5526"/>
            <a:chExt cx="7056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12" y="5526"/>
              <a:ext cx="7056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0.41) majority vote at N = 10 reaches 0.61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—above its own single-candidate 0.41.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—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480560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7825" y="4051300"/>
            <a:ext cx="43751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its noise — it cannot fix its bias. 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0.850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0.773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[0.73, 0.82]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−7.7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0.727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[0.68, 0.78]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−12.3 pp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+12.3 pp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—not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Search + light verify sits between (0.773): checking 25 candidates helps, but 25 &lt; 50.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—weak self-verifier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B = 50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and same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MATH-500 subset.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Conclusions may vary depending on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0.850 = 255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—the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Same claim, your model: you will reproduce this table in Experiment 1.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Same Direction Across Three Models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3.3% / 1.7% / 5.0% (Qwen3-4B / Gemma-3-4B / Gemma-3-1B) — the lowest-p model ties most (5.0%);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mechanism, in 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some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line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s</a:t>
            </a:r>
            <a:endParaRPr lang="en-US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 — if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62.9% vs 62.4%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0.727 vs baseline 0.752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Top-score tie rate 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77.7%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fails—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4965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Simply put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expert—hire the expert only when they are actually good.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Budget-accuracy curves for six models (single-candidate accuracy p from 0.29 to 0.70), distinguished by color, line style and marker; guaranteed-regime models (p &gt; 0.6) rise monotonically, no-guarantee models vary with error 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0.29 to 0.70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vary—error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accuracy—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983480"/>
            <a:ext cx="108813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F5F5F"/>
                </a:solidFill>
                <a:latin typeface="Calibri" panose="020F0502020204030204"/>
              </a:rPr>
              <a:t>Full-configuration grid, seed 0; headline numbers on p. 9 are 3-seed means.</a:t>
            </a:r>
            <a:endParaRPr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find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verifier quality decides the value of verification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—this course's claim sits at the weakest end of the spectrum (top row of this table), and the notebook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experiences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test that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600">
                <a:solidFill>
                  <a:srgbClr val="262626"/>
                </a:solidFill>
                <a:latin typeface="Calibri" panose="020F0502020204030204"/>
                <a:sym typeface="+mn-ea"/>
              </a:rPr>
              <a:t>exactly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T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he two results complement, not contradict.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win—e.g.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zone—guarantee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No measured model in this band (neighbors: 0.48, 0.62)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1030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N—the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0.81 and 4B 0.87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them—that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Watch &amp; answer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notebooks/01_budget_efficiency.ipynb—pick one model that fits your device; cached six-model curves provided for the rest</a:t>
              </a:r>
              <a:r>
                <a:rPr lang="en-US" b="0" i="0">
                  <a:solidFill>
                    <a:srgbClr val="262626"/>
                  </a:solidFill>
                  <a:latin typeface="Calibri" panose="020F0502020204030204"/>
                </a:rPr>
                <a:t>, and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y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ou can view it directly.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However, if your results differ from this,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 and analyze and explain them accurately.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Accuracy heat map for Qwen3-4B at B=50: legal (N, M) combinations with consumption; the N=50 search cell is best (highlighted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098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shipped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probe—but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p in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GSM8K can differ from MATH (measured lower on our subset), so measure it, don't assume it.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637405"/>
            <a:ext cx="466598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 (goals 1 &amp; 3):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Please be sure to trust your original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154680" y="1550162"/>
            <a:ext cx="822960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154680" y="2384425"/>
            <a:ext cx="822960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defined—sampling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154680" y="3385058"/>
                <a:ext cx="8229600" cy="2768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154680" y="3385058"/>
                <a:ext cx="8229600" cy="276860"/>
              </a:xfrm>
              <a:prstGeom prst="rect">
                <a:avLst/>
              </a:prstGeom>
              <a:blipFill rotWithShape="1">
                <a:blip r:embed="rId11"/>
                <a:stretch>
                  <a:fillRect t="-1101" b="1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/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2"/>
            </p:custDataLst>
          </p:nvPr>
        </p:nvSpPr>
        <p:spPr>
          <a:xfrm>
            <a:off x="960120" y="4188841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name one flaw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3"/>
            </p:custDataLst>
          </p:nvPr>
        </p:nvSpPr>
        <p:spPr>
          <a:xfrm>
            <a:off x="3154680" y="4075176"/>
            <a:ext cx="822960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he audit's punchline: at least one baseline defect must be identified, e.g. Self-Consistency naming or budget gaps.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judge parse-failure rate 9.1% final (disclosed); headline accuracy robust across NaN-handling choices: [0.717, 0.753]. Tie rules and CI conventions on p. 9–10.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Search wins when candidates are few: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the right answer must first be generated—verification cannot find what is not there.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probe—the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220210"/>
            <a:ext cx="3200400" cy="2105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Deep dive</a:t>
            </a:r>
            <a:endParaRPr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2025—Scaling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2025—When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2025—Sample,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2025—Let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2025—Provable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49.28000000000003,&quot;left&quot;:50.4,&quot;top&quot;:115.2,&quot;width&quot;:856.8}"/>
</p:tagLst>
</file>

<file path=ppt/tags/tag68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16511</Words>
  <Application>WPS 演示</Application>
  <PresentationFormat>On-screen Show (4:3)</PresentationFormat>
  <Paragraphs>596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微软雅黑</vt:lpstr>
      <vt:lpstr>Arial Unicode MS</vt:lpstr>
      <vt:lpstr>Calibri</vt:lpstr>
      <vt:lpstr>Cambria Math</vt:lpstr>
      <vt:lpstr>MS Mincho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129</cp:revision>
  <dcterms:created xsi:type="dcterms:W3CDTF">2013-01-27T09:14:00Z</dcterms:created>
  <dcterms:modified xsi:type="dcterms:W3CDTF">2026-08-20T08:18:05Z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4F5BEE6618B54C4AB9B1B52296B38831_12</vt:lpwstr>
  </property>
  <property fmtid="{D5CDD505-2E9C-101B-9397-08002B2CF9AE}" pid="3" name="KSOProductBuildVer">
    <vt:lpwstr>2052-12.1.0.23542</vt:lpwstr>
  </property>
</Properties>
</file>