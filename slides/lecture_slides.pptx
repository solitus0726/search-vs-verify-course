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17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4998"/>
            <a:ext cx="1024128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33438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25564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 on weak verifiers says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“think a little deeper” (thought chain). But no one has ever asked how to allocate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“step-checker”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parallel scaling beats sequential scaling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budget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8383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generated, for model-performance or other reasons,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0.41) majority vote at N = 10 reaches 0.61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0.41.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0.850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0.773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[0.73, 0.82]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−7.7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0.727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[0.68, 0.78]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−12.3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+12.3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Search + light verify sits between (0.773): checking 25 candidates helps, but 25 &lt; 50.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0.850 = 255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Same claim, your model: you will reproduce this table in Experiment 1.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Same Direction Across Three Models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3.3% / 1.7% / 5.0%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(5.0%);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62.9% vs 62.4%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0.727 vs baseline 0.752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Top-score tie rate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77.7%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Budget-accuracy curves for six models (single-candidate accuracy p from 0.29 to 0.70), distinguished by color, line style and marker; guaranteed-regime models (p &gt; 0.6) rise monotonically, no-guarantee models vary with error 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0.29 to 0.70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983480"/>
            <a:ext cx="108813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F5F5F"/>
                </a:solidFill>
                <a:latin typeface="Calibri" panose="020F0502020204030204"/>
              </a:rPr>
              <a:t>Full-configuration grid, seed 0; headline numbers on p. 9 are 3-seed means.</a:t>
            </a:r>
            <a:endParaRPr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No measured model in this band (neighbors: 0.48, 0.62)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0.81 and 4B 0.87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Watch &amp; answer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Accuracy heat map for Qwen3-4B at B=50: legal (N, M) combinations with consumption; the N=50 search cell is best (highlighted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098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B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ut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p in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GSM8K can differ from MATH (measured lower on our subset), so measure it, don't assume it.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637405"/>
            <a:ext cx="466598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 (goals 1 &amp; 3):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judge parse-failure rate 9.1% final (disclosed); 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headline accuracy stable across NaN-handling choices: [0.717, 0.753].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Tie rules and CI conventions on p. 9–10.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Search wins when candidates are few: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the right answer must first be generated</a:t>
            </a:r>
            <a:r>
              <a:rPr lang="en-US" sz="2000" b="0" i="0">
                <a:solidFill>
                  <a:srgbClr val="FFFFFF"/>
                </a:solidFill>
                <a:latin typeface="Calibri" panose="020F0502020204030204"/>
              </a:rPr>
              <a:t>. V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erification cannot find what is not there.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16359</Words>
  <Application>WPS 演示</Application>
  <PresentationFormat>On-screen Show (4:3)</PresentationFormat>
  <Paragraphs>596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162</cp:revision>
  <dcterms:created xsi:type="dcterms:W3CDTF">2013-01-27T09:14:00Z</dcterms:created>
  <dcterms:modified xsi:type="dcterms:W3CDTF">2026-08-30T09:25:14Z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4F5BEE6618B54C4AB9B1B52296B38831_12</vt:lpwstr>
  </property>
  <property fmtid="{D5CDD505-2E9C-101B-9397-08002B2CF9AE}" pid="3" name="KSOProductBuildVer">
    <vt:lpwstr>2052-12.1.0.28043</vt:lpwstr>
  </property>
</Properties>
</file>